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71600"/>
            <a:ext cx="228600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2801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Services &amp; Hyperlocal Appliance Marketplace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2560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500M+ Indians with certified on-demand technicians and direct-to-consumer home appliances with bundled doorstep delivery, installation, and demo.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0000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Repairs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Appliance Categories with Rate Card &amp; OTP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0000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Market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4754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 of Water Purifiers, CCTV, Inverters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411480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0000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Fleet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Technicians Deliver, Install &amp; Demo in 1 Visit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Dual-Engine Business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a seasonal repair service into a high-frequency, high-value commerce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80160"/>
            <a:ext cx="5120640" cy="548640"/>
          </a:xfrm>
          <a:prstGeom prst="rect">
            <a:avLst>
              <a:gd name="adj" fmla="val 16667"/>
            </a:avLst>
          </a:prstGeom>
          <a:solidFill>
            <a:srgbClr val="00006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25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1: ON-DEMAND SERVICES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Appliance Repairs: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 machines, fridges, ACs, microwave ovens, geysers.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Essential Utilities: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plumbing &amp; electrical diagnostics.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Frequency: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Year-round recurring service visits across households.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069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Transparent Pricing: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 visiting fee + pre-approved rate-card quotations.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Trust Mechanism: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OTP &amp; Completion OTP to eliminate disputes.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80160"/>
            <a:ext cx="5120640" cy="548640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325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2: BHARATHFIX MARKET (SALES)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Curated Appliances: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 water purifiers, CCTV security systems, inverters, stabilizers.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6974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Bundled Installation: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same-day doorstep delivery, mounting &amp; demo.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Basket Size: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₹3,500 – ₹18,000 average order value.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Upsell Synergies: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old appliance repair cost is high, tech suggests new unit.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754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Assurance: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maintains real-time inventory and supplier stocks.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 &amp; Address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drop-offs while guaranteeing complete, geo-tagged delivery addresses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OTP 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10-digit number. Instant Firebase SMS verification. Zero passwords required.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11880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Identity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8346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Firebase UID generated. Encrypted session token preserved on local device.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Profile Setup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 complete: Full Name, Email (for GST invoices), and WhatsApp number.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23960" y="146304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06840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Geo-Address Capture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06840" y="283464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Auto-detects GPS coordinates + flat/house #, landmark &amp; taluk (e.g., Hassan, Belur).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Rule: Strict Address Enforcement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5349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cannot place an appliance order or request a repair visit until their default delivery address and landmarks are saved. This completely eliminates delivery rejections and lost technician visits.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App: "BharathFix Market" Tab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storefront for certified home appliances with bundled installation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Categories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Water Purifiers (RO+UV)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2677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10L-15L purifiers with free installation kit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CCTV Security Systems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&amp; wired 4K outdoor cameras with mobile app pairing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Inverters &amp; Stabilizers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37307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protectors for fridges, ACs &amp; complete homes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Kitchen Chimneys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44622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Filterless auto-clean hoods with ducting setup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Air Coolers &amp; Appliances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51937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Desert &amp; personal coolers for semi-urban climate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Buy on BharathFix vs. General E-Commerce?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 Waiting for Installation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2677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Amazon/Flipkart deliver on Day 1, install on Day 4. BharathFix delivers and installs on the exact same visit.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Live Technician Demo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0449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unpacks, mounts, tests, and teaches the family how to operate the product before taking completion OTP.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Local Warranty Support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82219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issue under warranty is serviced by the same certified BharathFix local technician team.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Live Stock Visibility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459943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stock indicators ("In Stock", "Only 2 Left") controlled dynamically by Admin.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App: "Bookings" vs. "Orders" Tab Split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separation of service visits and physical merchandise to prevent user confusion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07040" cy="4389120"/>
        </p:xfrm>
        <a:graphic>
          <a:graphicData uri="http://schemas.openxmlformats.org/drawingml/2006/table">
            <a:tbl>
              <a:tblPr/>
              <a:tblGrid>
                <a:gridCol w="3535680"/>
                <a:gridCol w="3535680"/>
                <a:gridCol w="3535680"/>
              </a:tblGrid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Dimension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📋 Bookings Tab (Repairs)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📦 Orders Tab (Market)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2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 repair &amp; diagnostic visit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appliance purchase &amp; delivery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user-selected time slot (e.g. 11 AM)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slot (e.g. Same-Day or Next-Day)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₹19 visiting fee upfront + Quote on visit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product price via Razorpay / COD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Tracking Stages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Booked ➔ Tech Assigned ➔ In Progress ➔ Done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Placed ➔ Hub Pickup ➔ Out for Install ➔ Completed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Verification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OTP + Completion OTP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&amp; Demonstration OTP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Invoice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&amp; Labor Tax Invoice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Appliance Retail GST Invoice with Serial 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App: Service Expert + Delivery Executive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local handymen into certified delivery and installation entrepreneurs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A: Service &amp; Repair Technician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Receive skill-matched job alert via push notification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Review customer address &amp; launch Google Maps navigation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Arrive at doorstep &amp; verify 4-digit Start OTP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Inspect machine &amp; build digital quote (spares + labor)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Customer approves quote on their own phone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5074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Complete repair, verify Completion OTP, collect fee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B: Delivery &amp; Installation Executive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Receive new appliance delivery &amp; installation order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Navigate to BharathFix hub/store to collect boxed item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Mark "Picked Up" &amp; drive to customer location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3886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Unpack, mount (wall/pipe/socket), and install appliance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Power on, test, and conduct live customer demonstration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5074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Customer inputs Delivery &amp; Demo OTP to close order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Console: Orders, Bookings &amp; Inventory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dashboard for tracking operations, stock counts, and partner payouts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45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Orders &amp; Dispatch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tab for product sales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 deliveries to nearest certified technician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5661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status tracking (Hub ➔ Transit ➔ Installed)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4251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customer GST invoice emission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45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Bookings Dispatch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tab for repair visits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880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auto-matching by appliance skill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5661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admin override &amp; emergency re-assignment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251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Quotation audit &amp; dispute management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645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Inventory &amp; Stock Hub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2194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Add/Edit appliance SKUs with specs &amp; photos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2880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stock count &amp; buffer levels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35661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Low-stock automated warning triggers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3880" y="4251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Supplier cost vs. Customer selling price tracking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Operational Lifecycle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journey for both Service Calls and Product Order Installations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TRIGGER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5727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Repair: Customer selects service + date/time + ₹19 fee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0" y="15727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Market: Customer selects appliance + payment mode (UPI/COD)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78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DISPATCH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4871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Repair: FCM push notifies matching local technician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40880" y="24871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Market: Order alert assigned to certified installation technician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930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FULFILLMENT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4015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Repair: Tech reaches home &amp; validates Start OTP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0" y="34015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Market: Tech collects unit from hub &amp; delivers to customer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07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COMPLETION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43159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Repair: Tech quotes spares, finishes repair &amp; verifies OTP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0" y="43159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Market: Tech completes wall installation, conducts demo &amp; verifies OTP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51206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3218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SETTLEMENT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52303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Repair: Platform earns commission; tech gets payout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0" y="52303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Market: Platform earns product margin; tech gets install fee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 &amp; Technical Safeguards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technical improvements to ensure high availability and financial security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Server-Side Razorpay Order Creation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Vulnerability: Client-side mock order IDs cause immediate payment rejections in live mode.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Fix: Backend Node.js API creates genuine Razorpay order IDs with live currency and secret keys.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002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HMAC-SHA256 Webhook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96596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Vulnerability: Public webhook could allow bad actors to spoof payment success callbacks.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5080" y="260604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Fix: Cryptographic signature verification ensures only verified Razorpay payment webhooks update order status.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776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Localized Database Query Scoping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Vulnerability: Global query fetched all bookings across entire database on every date selection.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98348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Fix: Filtered queries scoped by city/taluk and service category. Saves 99% Firestore read costs.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9776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24/7 Always-On Push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3434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Vulnerability: Free-tier backend server sleeping caused missed push notifications for technicians.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55080" y="498348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Fix: Production cloud host (AWS/DigitalOcean/Paid Render) with FCM v1 daemon keeps alerts active 24/7.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Trust &amp; Localization in Tier-2/3 India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for regional adoption across Karnataka and Hassan district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Visiting Fee Clarity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Dispel the assumption that ₹19 covers the entire repair.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in-app disclaimer: "₹19 covers doorstep inspection. Parts &amp; labor as per verified rate card."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42976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must approve quotation before technician opens toolbox.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Kannada Localization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 English vs. ಕನ್ನಡ on first app launch.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conversion boost: 60%+ Tier-2/3 users prefer native Kannada UI.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Covers audio/visual prompts for low-literacy users.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18388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Safety &amp; Verification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2560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Technician profile shows photo ID, police verification status, and ratings.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Two-factor OTP prevents unauthorized service claims.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3880" y="42976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SOS &amp; direct WhatsApp support button on live jobs.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640080"/>
          </a:xfrm>
          <a:prstGeom prst="rect">
            <a:avLst/>
          </a:prstGeom>
          <a:solidFill>
            <a:srgbClr val="00006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 Architecture &amp; Unit Economics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Diversified revenue streams with compounding lifetime customer value (LTV)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BharathFix • Confidential Client Presentation • 2026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07040" cy="438912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  <a:gridCol w="265176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Stream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Transaction (AOV)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BharathFix Margin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Take per Order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Visiting Fee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₹19 – ₹49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 Platform Fee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 – ₹10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Appliance Repair Spares/Labor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 Commission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 Purifier Direct Sale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₹8,999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 Product Margin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CCTV 4-Cam Security Kit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₹12,499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 Product Margin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Filter AMC Contract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₹2,499 / 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 Recurring Margin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₹875 / 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Roadmap &amp; Next Milestones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6-week execution plan to launch commercial operations in Hassan district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0000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(WEEKS 1-2)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Hardening &amp; Market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Razorpay backend order integration &amp; live keys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dedicated Market tab &amp; separated Orders tab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inventory catalog &amp; stock control module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 Kannada localization toggle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0000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(WEEKS 3-4)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Setup &amp; Partner Cohort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Setup Hassan central stock hub (Water purifiers &amp; CCTV)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Onboard first cohort of 25 certified technicians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4114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 50 live end-to-end test orders and simulated installs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Publish Google Play Store production builds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0" y="164592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0000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(WEEKS 5-6)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8388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Scale &amp; Marketing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2651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Launch ₹19 visiting fee campaign across Hassan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33832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direct order bot for older demographics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4114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Tie-ups with local appliance dealer showrooms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3880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Target: 500 bookings &amp; 50 appliance sales in Month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BharathFix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BharathFix - Smart Home Services &amp; Hyperlocal Appliance Marketplace</dc:title>
  <dc:subject>Client Pitch &amp; Operational Architecture Presentation</dc:subject>
  <dc:creator>BharathFix Platform Team</dc:creator>
  <cp:lastModifiedBy>BharathFix Platform Team</cp:lastModifiedBy>
  <cp:revision>1</cp:revision>
  <dcterms:created xsi:type="dcterms:W3CDTF">2026-09-29T10:00:22Z</dcterms:created>
  <dcterms:modified xsi:type="dcterms:W3CDTF">2026-09-29T10:00:22Z</dcterms:modified>
</cp:coreProperties>
</file>